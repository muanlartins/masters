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verbal de abertura: 'Em vez de propor um modelo novo, nós comparamos sistematicamente cinco variantes da família WiSARD em sete bases TON_IoT. Vamos contar três coisas: o que vence onde, o que surpreendeu, e o que isso significa para esse tipo de dado.'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verbal-chave: classe majoritária é 'attack'. Quando reportarmos F1 macro, isso vai importar — métricas que premiam classe majoritária (acurácia, F1 weighted) mascaram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Slide-chave: prepara duas das três surpresas. Piso baseline (sempre prever 1) = F1 macro 0.34–0.38.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professor perguntar 'por que não temporal?': estrutura sequencial dos dados faz o modelo aprender timestamp → rótulo, não feature → rótulo.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ULEEN é a única variante que treina por gradiente — mencionar.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Justificativa de decisão de design. Termômetros: bits encoding numérica → binária. One-hot: categóricas. Address size: tamanho da n-tupla. Repositório público mencionar verbalmente.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F1 macro: classe majoritária (attack) é ~60%. Acurácia premia chutar attack sempre. Por que AUC OvR: em Modbus multi-classe, F1=0.29 mas AUC=0.70 — modelo rankeia certo, só não decide bem.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gráfico-central. ~2 min. Apontar os dois extremos: BloomWiSARD em ~100 B; WiSARD F1 alto à direita. Os outros ocupam o meio.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explícito para os próximos 3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exagerar: WiSARD vence essas 2 bases, BTHOWeN vence 4 outras.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Achado mais didático do trabalho. Explicar verbalmente o que n-tupla faz: lê N bits do input como endereço de uma RAM. Quando N=32, modelo enxerga combinações 32-bit; univariado não captura. Backup B6 (VC) tem prova visual: TODAS as associações em Modbus são ≈0.04 — feature×feature também.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Contrapositiva: se sinal não existe (Garage_Door), nenhum addressSize ajuda. Modbus é caso especial — único da família 'interações'.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BloomWiSARD é único modelo viável pra IoT edge Cortex-M (~64 KB SRAM total).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Multi-classe nessa família é sensível ao argmax — AUC OvR captura o que F1 não captura.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tempos exigidos pelo orientador. Não ler — narrar.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pra perguntas como 'como você sabe que o sinal de Modbus está em interações?' ou 'tem certeza que Garage_Door não tem sinal com features melhores?'. Numéricas discretizadas em 10 quantis antes do qui-quadrado.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1 · Redes Neurais sem Peso · PESC / COPPE / UFRJ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 de Anomalia em IoT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Redes Neurais sem Peso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de cinco variantes WiSARD em sete bases TON_IoT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Martins   ·   Helena Burock   ·   Renan Passos   ·   Natasha Costa   ·   Mayara Azevedo   ·   Karen Cardoso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de maio de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188720"/>
            <a:ext cx="109728" cy="187452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· 02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TON_IoT cobre 7 dispositivos de telemetria — todos desbalanceados a favor de ataque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754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64008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attack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feats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ataques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39 944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Garage_Door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39 587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Motion_Light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39 488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GPS_Tracker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38 960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39 260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Thermostat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32 774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31 106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home/claude/deck/figs/v02_attack_p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280160"/>
            <a:ext cx="3657600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majoritária = ATAQUE (52–62 %), não normal. Inverte a intuição de "anomalia = minoria".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· 03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Cramér's V revela três tiers informacionais — não é só "base grande vs pequena"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029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09728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Cramér's V máx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atingível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Forte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GPS_Tracker · Weather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 – 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 – 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Interações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(quebra a regra)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 (!)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Fraco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Fridge · Thermostat · Motion_Light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 – 0.020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– 0.52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Ruído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Garage_Door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home/claude/deck/figs/v06_cramers_v_por_b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1280160"/>
            <a:ext cx="3291840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Modbus tem Cramér's V univariado próximo de zero — mas atinge F1 = 0.91. Por quê? Slide 11.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· 04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tipos de ataque coletados sequencialmente — split estratificado por tipo evita trapaça temporal</a:t>
            </a:r>
            <a:endParaRPr lang="en-US" sz="2200" dirty="0"/>
          </a:p>
        </p:txBody>
      </p:sp>
      <p:pic>
        <p:nvPicPr>
          <p:cNvPr id="4" name="Image 0" descr="/home/claude/deck/figs/v03_heatmap_base_att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80160"/>
            <a:ext cx="512064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128016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tipos de ataque cobrem o espaço (DDoS, scanning, injection, ransomware, backdoor, XSS, password, MITM).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foi sequencial: split temporal vazaria "timestamp ⇒ rótulo".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70 / 30 estratificado por type, random_state = 0, mesmo split em todos os modelos.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classe de ataque aparece em treino e teste, evitando que classes raras desapareçam do split.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· 05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variantes WiSARD compartilham o pipeline; diferem na estrutura interna das RAMs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Hiperparâmetros extras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clássico: n-tupla → RAMs → voto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bleaching ∈ {off, on}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ClusWiSARD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Discriminadores subdivididos em sub-clusters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min_score, threshold, discriminators_limit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BloomWiSARD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RAMs substituídas por Bloom filters (memória ↓↓)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hash_mode ∈ {murmur, simhash, h3}; num_hashes, filter_size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BTHOWeN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 filters + ranqueamento de bits + bleaching otimizado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filter_entries ∈ {16, 64, 256, 1024}; filter_hashes ∈ {2, 3, 5, 7}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 por gradiente; multi-submodelo com dropout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n_submodels, epochs, lr = 0.01, dropout_p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leem entrada binária e classificam por voto entre discriminadores. A diferença está em como as RAMs guardam/recuperam padrões.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· 06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único: termômetro + one-hot, split 70 / 30, grid de 192 configs por (base, tarefa)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14300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56232" y="171907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371600"/>
            <a:ext cx="1143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3716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2112" y="171907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371600"/>
            <a:ext cx="1143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716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30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07992" y="171907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71600"/>
            <a:ext cx="11430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716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termômetro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one-hot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33872" y="171907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71600"/>
            <a:ext cx="1143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3716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59752" y="171907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1371600"/>
            <a:ext cx="1143000" cy="822960"/>
          </a:xfrm>
          <a:prstGeom prst="rect">
            <a:avLst/>
          </a:prstGeom>
          <a:solidFill>
            <a:srgbClr val="21295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3716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termômetros: Simple · Distributive · Gaussian · Exponential.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termômetro ∈ {2, 4, 8, 16, 32, 64}.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6060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size ∈ {4, 8, 12, 16, 20, 24, 28, 32}.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4 × 6 × 8 = 192 configs × 14 (base × task) = 2.688 por modelo.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com addressSize &gt; input_bits são marcadas skipped=True (não erro). Bases pobres geram 2–5 bits — várias configs são impossíveis por construção.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dados e scripts: github.com/muanlartins/masters/tree/main/notebooks/toniot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· 07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macro como métrica principal — única que penaliza chutar classe majoritária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(binário e multi-classe)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Honesta no desbalanceamento; cada classe pesa igual. Piso 'sempre prever 1' = 0.34–0.38.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weighted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Companion da 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Pondera por frequência; útil pra comparar com baseline da classe majoritária.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OvR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pra multi-classe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 separabilidade antes do threshold; sobrevive ao colapso do argmax.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de confusão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 qualitativo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 qual ataque o modelo confunde com qual.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 serializada (B)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Eixo da Pareto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Pickle/JSON do modelo treinado. theoretical excluído (bug em BTHOWeN).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 (µs / amostra)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inferência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de 50 inferências batch-1. Importante pra IoT edge.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Tempo de treino: 3 ambientes (Colab Xeon · Ryzen 7 local · pure-Python). Reportado como ordem de grandeza, marcando o ambiente.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08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Pareto cross-model: BloomWiSARD domina em memória; WiSARD em F1 máximo</a:t>
            </a:r>
            <a:endParaRPr lang="en-US" sz="2200" dirty="0"/>
          </a:p>
        </p:txBody>
      </p:sp>
      <p:pic>
        <p:nvPicPr>
          <p:cNvPr id="4" name="Image 0" descr="/home/claude/deck/figs/v11_pareto_cross_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= (modelo, config, base). Fronteira por modelo. BloomWiSARD à esquerda (~100 B); WiSARD à direita (até 500 KB, F1 máximo). BTHOWeN ocupa o meio.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09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BTHOWeN vence 4 / 7 bases; WiSARD vence as 2 mais ricas; BloomWiSARD ganha em memória</a:t>
            </a:r>
            <a:endParaRPr lang="en-US" sz="2200" dirty="0"/>
          </a:p>
        </p:txBody>
      </p:sp>
      <p:pic>
        <p:nvPicPr>
          <p:cNvPr id="4" name="Image 0" descr="/home/claude/deck/figs/v12_pareto_por_b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5303520" cy="347472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3291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548640"/>
                <a:gridCol w="5486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BTHOWeN ref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GPS_Tracker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BTHOWeN colab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KB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Garage_Door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BTHOWeN/ULEEN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KB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474 KB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Motion_Light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BTHOWeN/ULEEN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KB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Thermostat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BloomWiSARD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 KB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Contagem: BTHOWeN 4 · WiSARD 2 · BloomWiSARD 1. Os próximos 3 slides olham os 3 casos mais surpreendentes.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10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Surpresa #1 — WiSARD clássico vence Modbus (0.913) e Weather (0.885); sofisticação não compra performance</a:t>
            </a:r>
            <a:endParaRPr lang="en-US" sz="2200" dirty="0"/>
          </a:p>
        </p:txBody>
      </p:sp>
      <p:pic>
        <p:nvPicPr>
          <p:cNvPr id="4" name="Image 0" descr="/home/claude/deck/figs/v13_best_f1_modelo_b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54864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97880" y="1280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Modbus: 0.913 · Weather: 0.885 — bate todas as variantes mais sofisticadas.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importa não é a arquitetura, é o grid: termômetros variados + addressSize alto (32).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ClusWiSARD, BTHOWeN e ULEEN têm overhead arquitetural sem retorno mensurável aqui.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features são pobres (Garage_Door, Motion_Light), todos os modelos ficam no chão (~0.38–0.51).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Lição: pra dataset com features simples, sweep largo em encoding vale mais do que sofisticação interna do modelo.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11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Surpresa #2 — Modbus: Cramér's V univariado ≈ 0.04, mas n-tupla 32 leva F1 a 0.91</a:t>
            </a:r>
            <a:endParaRPr lang="en-US" sz="2200" dirty="0"/>
          </a:p>
        </p:txBody>
      </p:sp>
      <p:pic>
        <p:nvPicPr>
          <p:cNvPr id="4" name="Image 0" descr="/home/claude/deck/figs/v16_modbus_f1_vs_addrsiz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54864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97880" y="1280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feature isolada discrimina (Cramér's V ≈ 0.04 — "ruído" no eixo univariado).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sobe de 0.52 (addr = 4) para 0.91 (addr = 32) só pelo tamanho da n-tupla.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mora na combinação de até 32 bits do input — várias features juntas.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Testemunha forte do valor da família WNN pra dados de protocolo de baixo nível.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12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salto de Modbus não tem paralelo — lift +0.57 do piso ao melhor F1</a:t>
            </a:r>
            <a:endParaRPr lang="en-US" sz="2200" dirty="0"/>
          </a:p>
        </p:txBody>
      </p:sp>
      <p:pic>
        <p:nvPicPr>
          <p:cNvPr id="4" name="Image 0" descr="/home/claude/deck/figs/v17_lift_por_b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54864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97880" y="1280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(tier interações): lift +0.57 — o maior do estudo.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GPS_Tracker e Weather (tier forte): lift +0.50–0.51, próximos.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Fridge, Thermostat (tier fraco): lift +0.13–0.17 — pouco a ganhar.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Motion_Light e Garage_Door (tier ruído): lift ≈ 0 — modelo não se move do piso.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tamanho de n-tupla não é cura universal; depende de haver sinal interacional.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13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Surpresa #3 — BloomWiSARD entrega F1 competitivo com 99–106 bytes em todas as configs</a:t>
            </a:r>
            <a:endParaRPr lang="en-US" sz="2200" dirty="0"/>
          </a:p>
        </p:txBody>
      </p:sp>
      <p:pic>
        <p:nvPicPr>
          <p:cNvPr id="4" name="Image 0" descr="/home/claude/deck/figs/v18_bloomwisard_f1_m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54864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97880" y="1280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GPS_Tracker: F1 = 0.876 com 105 B — quase empata com o melhor cross-model (0.877).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0.846 com 105 B; Thermostat: 0.512 com 104 B (vence todas as variantes).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memória é quase constante (99–106 B) independente de hiperparâmetros.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pra deploy embarcado: Cortex-M classe comporta centenas de instâncias na SRAM.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vivo: 0.876 em 105 B vs 0.877 em 23 KB (BTHOWeN GPS_Tracker) — 200× menos memória pra perder 0.001 F1.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14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Multi-classe sobrevive onde o sinal é rico; AUC OvR revela ranqueamento útil onde argmax colapsa</a:t>
            </a:r>
            <a:endParaRPr lang="en-US" sz="2200" dirty="0"/>
          </a:p>
        </p:txBody>
      </p:sp>
      <p:pic>
        <p:nvPicPr>
          <p:cNvPr id="4" name="Image 0" descr="/home/claude/deck/figs/v15_cms_multicla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54864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97880" y="1280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Colapsa em 4 / 7 bases (limite informacional, não bug).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 em Weather (F1 = 0.83) · Modbus (0.83) · GPS_Tracker (0.43).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Modbus, F1 = 0.29 mas AUC OvR = 0.70: o modelo ranqueia certo, só não decide bem com argmax.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ambos evita conclusão errada de "multi-classe não funciona".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· 15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de 5 WNNs em 7 bases TON_IoT — três tempos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APRESENTOU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43560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comparativo sistemático de cinco variantes da família WiSARD (WiSARD, ClusWiSARD, BloomWiSARD, BTHOWeN, ULEEN) em sete bases TON_IoT, com sweep de até 2.688 configs por modelo, métricas alinhadas (F1 macro, AUC OvR, memória serializada) e validação cruzada contra gabarito local.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EXPERIMENTOS DEMONSTRARAM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67004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WiSARD clássico atinge F1 ≈ 0.88–0.91 nas bases ricas (Weather, Modbus); (ii) n-tupla grande destrava sinal interacional em Modbus apesar de Cramér's V univariado ≈ 0.04; (iii) BloomWiSARD entrega F1 competitivo com ~100 B de memória, 2–3 ordens abaixo dos competidores.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703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PORTANTO SE PODE 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90448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Arquiteturas WNN sofisticadas não superam o baseline em datasets com features simples — a alavanca real é encoding + addressSize. E bases com features estatisticamente independentes do label (Garage_Door, Cramér's V = 0.000) não são resolvíveis sem feature engineering, independente da escolha de modelo.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 · 16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reconhecidas — e como atacar cada uma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3108960"/>
          </a:xfrm>
          <a:prstGeom prst="rect">
            <a:avLst/>
          </a:prstGeom>
          <a:solidFill>
            <a:srgbClr val="1A214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não comparável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ambientes distintos (Colab Xeon, Ryzen 7 local, pure-Python) impediram normalização honesta de tempo.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ATACAR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321868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Re-rodar todos os modelos vencedores em um único ambiente padronizado e reportar latência com IC.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743200" cy="3108960"/>
          </a:xfrm>
          <a:prstGeom prst="rect">
            <a:avLst/>
          </a:prstGeom>
          <a:solidFill>
            <a:srgbClr val="1A214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multi-seed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737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20440" y="19385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seed único (random_state = 0) para caber no orçamento da T1.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ATACAR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321868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Re-rodar com 5–10 seeds nas configs vencedoras; reportar média ± IC bootstrap nas tabelas finais.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743200" cy="3108960"/>
          </a:xfrm>
          <a:prstGeom prst="rect">
            <a:avLst/>
          </a:prstGeom>
          <a:solidFill>
            <a:srgbClr val="1A214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informacionalmente pobres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737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19385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Garage_Door, Fridge, Motion_Light, Thermostat saturam — limite teórico, não capacidade do modelo.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ATACAR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0" y="321868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(deltas temporais, agregados deslizantes) ou migrar para TON_IoT Network (44 features, 211 k fluxos).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github.com/muanlartins/masters/tree/main/notebooks/toniot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— fica à disposição para discussão.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B1 / B6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cruzada entrega × gabarito — todos os modelos dentro do esperado, exceto ULEEN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5029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|Δ F1| máx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Validada com confiança alta.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BTHOWeN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Validada; entrega ligeiramente à frente em Modbus / Weather.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BloomWiSARD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Pure-Python validada; gap em Modbus por grid menor.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dispersão: estocasticidade SGD + grids de épocas diferentes.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ClusWiSARD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Pure-Python; métricas de acurácia concordam (Weather 0.86/0.83).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§8.2. Gabarito local rodado pelo coringa nas mesmas configs (full grid quando possível).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B2 / B6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de treino e latência de inferência — ordem de grandeza apenas (três ambientes)</a:t>
            </a:r>
            <a:endParaRPr lang="en-US" sz="2200" dirty="0"/>
          </a:p>
        </p:txBody>
      </p:sp>
      <p:pic>
        <p:nvPicPr>
          <p:cNvPr id="4" name="Image 0" descr="/home/claude/deck/figs/v20_train_time_box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4297680" cy="3291840"/>
          </a:xfrm>
          <a:prstGeom prst="rect">
            <a:avLst/>
          </a:prstGeom>
        </p:spPr>
      </p:pic>
      <p:pic>
        <p:nvPicPr>
          <p:cNvPr id="5" name="Image 1" descr="/home/claude/deck/figs/v21_inference_latency_boxplo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188720"/>
            <a:ext cx="4297680" cy="3291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Ambientes: Colab Xeon · Ryzen 7 local · pure-Python (vermelho, ~10–50× mais lento que C++). NÃO comparar diretamente entre modelos em ambientes diferentes.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B3 / B6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efetiva do grid de hiperparâmetros por modelo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Configs entregues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vs ideal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5 376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(full grid)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BloomWiSARD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4 032 entrega + 10 752 ref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 entrega, full ref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ClusWiSARD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 entrega + 336 ref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muito reduzido (pure-Python lento)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BTHOWeN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 colab + 3 024 vscode + 4 032 ref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Dois runs complementares (eixos diferentes)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1 008 entrega v2 + 224 ref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expandido em 2026-05-22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completo: 4 termômetros × 6 tamanhos × 8 address sizes = 192 configs × 14 (base × task) = 2 688 por modelo.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B4 / B6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8 categorias de ataque no TON_IoT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Inundação de pacotes para esgotar recursos do dispositivo.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Sondagem de portas / serviços para mapear superfície de ataque.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Inserção de payload malicioso em comandos / queries.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Encriptação ou bloqueio de funcionalidade até resgate.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Backdoor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oculto persistente após comprometimento inicial.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Cross-site scripting via interfaces web do dispositivo.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Tentativas de quebra de credencial (brute-force, dicionário).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Interceptação de comunicação entre dispositivo e gateway.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base cobre todas as 8 categorias — ver heatmap no slide 4.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B5 / B6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Matrizes de confusão binárias — vencedor por base (positivo = ataque, normalizada por linha)</a:t>
            </a:r>
            <a:endParaRPr lang="en-US" sz="2200" dirty="0"/>
          </a:p>
        </p:txBody>
      </p:sp>
      <p:pic>
        <p:nvPicPr>
          <p:cNvPr id="4" name="Image 0" descr="/home/claude/deck/figs/v14_cms_binari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859536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TN/TP altos onde sinal é rico (Weather, GPS_Tracker, Modbus). FP/FN altos onde tier ≤ fraco (Fridge, Motion_Light, Garage_Door, Thermostat).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B6 / B6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Associação cruzada (Cramér's V) — prova visual do paradoxo Modbus e do limite do Garage_Door</a:t>
            </a:r>
            <a:endParaRPr lang="en-US" sz="2200" dirty="0"/>
          </a:p>
        </p:txBody>
      </p:sp>
      <p:pic>
        <p:nvPicPr>
          <p:cNvPr id="4" name="Image 0" descr="/home/claude/deck/figs/vC_associacao_fea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859536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Modbus: TODAS as células ≈ 0.04 — features são independentes entre si E do label. Só n-tupla 32 captura o sinal.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Garage_Door / Motion_Light: features 1.00 entre si (redundantes), 0.00 com label — limite informacional, não bug.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Detecção de Anomalia em IoT com Redes Neurais sem Peso — Comparativo TON_IoT</dc:title>
  <dc:subject>PptxGenJS Presentation</dc:subject>
  <dc:creator>Luan Martins, Helena Burock, Renan Passos, Natasha Costa, Mayara Azevedo, Karen Cardoso</dc:creator>
  <cp:lastModifiedBy>Luan Martins, Helena Burock, Renan Passos, Natasha Costa, Mayara Azevedo, Karen Cardoso</cp:lastModifiedBy>
  <cp:revision>1</cp:revision>
  <dcterms:created xsi:type="dcterms:W3CDTF">2026-05-22T11:08:57Z</dcterms:created>
  <dcterms:modified xsi:type="dcterms:W3CDTF">2026-05-22T11:08:57Z</dcterms:modified>
</cp:coreProperties>
</file>